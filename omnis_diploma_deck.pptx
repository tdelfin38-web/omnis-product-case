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y="5143500" cx="9144000"/>
  <p:notesSz cx="6858000" cy="9144000"/>
  <p:embeddedFontLst>
    <p:embeddedFont>
      <p:font typeface="Nunito"/>
      <p:regular r:id="rId41"/>
      <p:bold r:id="rId42"/>
      <p:italic r:id="rId43"/>
      <p:boldItalic r:id="rId44"/>
    </p:embeddedFont>
    <p:embeddedFont>
      <p:font typeface="Maven Pro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0E9EE56-CC5E-44B4-9434-70267B49A728}">
  <a:tblStyle styleId="{80E9EE56-CC5E-44B4-9434-70267B49A72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20" Type="http://schemas.openxmlformats.org/officeDocument/2006/relationships/slide" Target="slides/slide14.xml"/><Relationship Id="rId42" Type="http://schemas.openxmlformats.org/officeDocument/2006/relationships/font" Target="fonts/Nunito-bold.fntdata"/><Relationship Id="rId41" Type="http://schemas.openxmlformats.org/officeDocument/2006/relationships/font" Target="fonts/Nunito-regular.fntdata"/><Relationship Id="rId22" Type="http://schemas.openxmlformats.org/officeDocument/2006/relationships/slide" Target="slides/slide16.xml"/><Relationship Id="rId44" Type="http://schemas.openxmlformats.org/officeDocument/2006/relationships/font" Target="fonts/Nunito-boldItalic.fntdata"/><Relationship Id="rId21" Type="http://schemas.openxmlformats.org/officeDocument/2006/relationships/slide" Target="slides/slide15.xml"/><Relationship Id="rId43" Type="http://schemas.openxmlformats.org/officeDocument/2006/relationships/font" Target="fonts/Nunito-italic.fntdata"/><Relationship Id="rId24" Type="http://schemas.openxmlformats.org/officeDocument/2006/relationships/slide" Target="slides/slide18.xml"/><Relationship Id="rId46" Type="http://schemas.openxmlformats.org/officeDocument/2006/relationships/font" Target="fonts/MavenPro-bold.fntdata"/><Relationship Id="rId23" Type="http://schemas.openxmlformats.org/officeDocument/2006/relationships/slide" Target="slides/slide17.xml"/><Relationship Id="rId45" Type="http://schemas.openxmlformats.org/officeDocument/2006/relationships/font" Target="fonts/MavenPro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slide" Target="slides/slide31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39" Type="http://schemas.openxmlformats.org/officeDocument/2006/relationships/slide" Target="slides/slide33.xml"/><Relationship Id="rId16" Type="http://schemas.openxmlformats.org/officeDocument/2006/relationships/slide" Target="slides/slide10.xml"/><Relationship Id="rId38" Type="http://schemas.openxmlformats.org/officeDocument/2006/relationships/slide" Target="slides/slide32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215f5e0573_0_4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215f5e0573_0_4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3215f5e0573_0_2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3215f5e0573_0_2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215f5e0573_0_2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215f5e0573_0_2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215f5e0573_0_2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3215f5e0573_0_2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215f5e0573_0_2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3215f5e0573_0_2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215f5e0573_0_2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3215f5e0573_0_2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215f5e0573_0_2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3215f5e0573_0_2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215f5e0573_0_2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3215f5e0573_0_2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215f5e0573_0_3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3215f5e0573_0_3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215f5e0573_0_3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" name="Google Shape;341;g3215f5e0573_0_3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215f5e0573_0_3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3215f5e0573_0_3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215f5e0573_0_3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5" name="Google Shape;355;g3215f5e0573_0_3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3215f5e0573_0_3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2" name="Google Shape;362;g3215f5e0573_0_3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215f5e0573_0_3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8" name="Google Shape;368;g3215f5e0573_0_3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215f5e0573_0_3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3215f5e0573_0_3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215f5e0573_0_3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3215f5e0573_0_3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3215f5e0573_0_3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8" name="Google Shape;388;g3215f5e0573_0_3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215f5e0573_0_3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3215f5e0573_0_3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215f5e0573_0_3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3215f5e0573_0_3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3215f5e0573_0_3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9" name="Google Shape;409;g3215f5e0573_0_3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215f5e0573_0_3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6" name="Google Shape;416;g3215f5e0573_0_3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215f5e0573_0_4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3" name="Google Shape;423;g3215f5e0573_0_4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3215f5e0573_0_3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9" name="Google Shape;429;g3215f5e0573_0_3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3215f5e0573_0_3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3215f5e0573_0_3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3215f5e0573_0_3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2" name="Google Shape;442;g3215f5e0573_0_3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215f5e0573_0_4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9" name="Google Shape;449;g3215f5e0573_0_4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3215f5e0573_0_4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5" name="Google Shape;455;g3215f5e0573_0_4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3215f5e0573_0_4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2" name="Google Shape;462;g3215f5e0573_0_4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3215f5e0573_0_4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8" name="Google Shape;468;g3215f5e0573_0_4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215f5e0573_0_4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5" name="Google Shape;475;g3215f5e0573_0_4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215f5e0573_0_4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1" name="Google Shape;481;g3215f5e0573_0_4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3215f5e0573_0_4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8" name="Google Shape;488;g3215f5e0573_0_4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3215f5e0573_0_4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5" name="Google Shape;495;g3215f5e0573_0_4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3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7343003" y="3409675"/>
            <a:ext cx="1691422" cy="1732548"/>
            <a:chOff x="7343003" y="3409675"/>
            <a:chExt cx="1691422" cy="1732548"/>
          </a:xfrm>
        </p:grpSpPr>
        <p:grpSp>
          <p:nvGrpSpPr>
            <p:cNvPr id="11" name="Google Shape;11;p2"/>
            <p:cNvGrpSpPr/>
            <p:nvPr/>
          </p:nvGrpSpPr>
          <p:grpSpPr>
            <a:xfrm>
              <a:off x="7343003" y="4453711"/>
              <a:ext cx="316800" cy="688513"/>
              <a:chOff x="7343003" y="4453711"/>
              <a:chExt cx="316800" cy="688513"/>
            </a:xfrm>
          </p:grpSpPr>
          <p:sp>
            <p:nvSpPr>
              <p:cNvPr id="12" name="Google Shape;12;p2"/>
              <p:cNvSpPr/>
              <p:nvPr/>
            </p:nvSpPr>
            <p:spPr>
              <a:xfrm>
                <a:off x="7343003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" name="Google Shape;13;p2"/>
              <p:cNvSpPr/>
              <p:nvPr/>
            </p:nvSpPr>
            <p:spPr>
              <a:xfrm>
                <a:off x="7343003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" name="Google Shape;14;p2"/>
            <p:cNvGrpSpPr/>
            <p:nvPr/>
          </p:nvGrpSpPr>
          <p:grpSpPr>
            <a:xfrm>
              <a:off x="7801210" y="4105700"/>
              <a:ext cx="316800" cy="1036523"/>
              <a:chOff x="7801210" y="4105700"/>
              <a:chExt cx="316800" cy="1036523"/>
            </a:xfrm>
          </p:grpSpPr>
          <p:sp>
            <p:nvSpPr>
              <p:cNvPr id="15" name="Google Shape;15;p2"/>
              <p:cNvSpPr/>
              <p:nvPr/>
            </p:nvSpPr>
            <p:spPr>
              <a:xfrm>
                <a:off x="7801210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" name="Google Shape;16;p2"/>
              <p:cNvSpPr/>
              <p:nvPr/>
            </p:nvSpPr>
            <p:spPr>
              <a:xfrm>
                <a:off x="7801210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" name="Google Shape;17;p2"/>
              <p:cNvSpPr/>
              <p:nvPr/>
            </p:nvSpPr>
            <p:spPr>
              <a:xfrm>
                <a:off x="7801210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" name="Google Shape;18;p2"/>
            <p:cNvGrpSpPr/>
            <p:nvPr/>
          </p:nvGrpSpPr>
          <p:grpSpPr>
            <a:xfrm>
              <a:off x="8259418" y="3757688"/>
              <a:ext cx="316800" cy="1384535"/>
              <a:chOff x="8259418" y="3757688"/>
              <a:chExt cx="316800" cy="1384535"/>
            </a:xfrm>
          </p:grpSpPr>
          <p:sp>
            <p:nvSpPr>
              <p:cNvPr id="19" name="Google Shape;19;p2"/>
              <p:cNvSpPr/>
              <p:nvPr/>
            </p:nvSpPr>
            <p:spPr>
              <a:xfrm>
                <a:off x="8259418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8259418" y="3757688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8259418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8259418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8717625" y="3409675"/>
              <a:ext cx="316800" cy="1732548"/>
              <a:chOff x="8717625" y="3409675"/>
              <a:chExt cx="316800" cy="1732548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8717625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8717625" y="3757688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8717625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8717625" y="3409675"/>
                <a:ext cx="316800" cy="1732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8717625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9" name="Google Shape;29;p2"/>
          <p:cNvGrpSpPr/>
          <p:nvPr/>
        </p:nvGrpSpPr>
        <p:grpSpPr>
          <a:xfrm>
            <a:off x="5043503" y="0"/>
            <a:ext cx="3814072" cy="3839102"/>
            <a:chOff x="5043503" y="0"/>
            <a:chExt cx="3814072" cy="3839102"/>
          </a:xfrm>
        </p:grpSpPr>
        <p:sp>
          <p:nvSpPr>
            <p:cNvPr id="30" name="Google Shape;30;p2"/>
            <p:cNvSpPr/>
            <p:nvPr/>
          </p:nvSpPr>
          <p:spPr>
            <a:xfrm>
              <a:off x="8460975" y="1817775"/>
              <a:ext cx="396600" cy="3966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 rot="-9830444">
              <a:off x="6469759" y="3480728"/>
              <a:ext cx="320148" cy="320148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2" name="Google Shape;32;p2"/>
            <p:cNvGrpSpPr/>
            <p:nvPr/>
          </p:nvGrpSpPr>
          <p:grpSpPr>
            <a:xfrm>
              <a:off x="7647812" y="2704283"/>
              <a:ext cx="635219" cy="635219"/>
              <a:chOff x="6725724" y="2701260"/>
              <a:chExt cx="1208101" cy="1208100"/>
            </a:xfrm>
          </p:grpSpPr>
          <p:sp>
            <p:nvSpPr>
              <p:cNvPr id="33" name="Google Shape;33;p2"/>
              <p:cNvSpPr/>
              <p:nvPr/>
            </p:nvSpPr>
            <p:spPr>
              <a:xfrm rot="5400000">
                <a:off x="6725725" y="2701260"/>
                <a:ext cx="1208100" cy="12081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" name="Google Shape;34;p2"/>
              <p:cNvSpPr/>
              <p:nvPr/>
            </p:nvSpPr>
            <p:spPr>
              <a:xfrm rot="5400000">
                <a:off x="6725724" y="2701260"/>
                <a:ext cx="1208100" cy="1208100"/>
              </a:xfrm>
              <a:prstGeom prst="pie">
                <a:avLst>
                  <a:gd fmla="val 8244818" name="adj1"/>
                  <a:gd fmla="val 16246175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" name="Google Shape;35;p2"/>
              <p:cNvSpPr/>
              <p:nvPr/>
            </p:nvSpPr>
            <p:spPr>
              <a:xfrm rot="5400000">
                <a:off x="6954988" y="2930398"/>
                <a:ext cx="749700" cy="7497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6" name="Google Shape;36;p2"/>
            <p:cNvSpPr/>
            <p:nvPr/>
          </p:nvSpPr>
          <p:spPr>
            <a:xfrm>
              <a:off x="8460975" y="1817775"/>
              <a:ext cx="396600" cy="396600"/>
            </a:xfrm>
            <a:prstGeom prst="pie">
              <a:avLst>
                <a:gd fmla="val 1937684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7" name="Google Shape;37;p2"/>
            <p:cNvGrpSpPr/>
            <p:nvPr/>
          </p:nvGrpSpPr>
          <p:grpSpPr>
            <a:xfrm>
              <a:off x="7952720" y="179238"/>
              <a:ext cx="873165" cy="873003"/>
              <a:chOff x="7754428" y="208725"/>
              <a:chExt cx="541800" cy="541800"/>
            </a:xfrm>
          </p:grpSpPr>
          <p:sp>
            <p:nvSpPr>
              <p:cNvPr id="38" name="Google Shape;38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" name="Google Shape;39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pie">
                <a:avLst>
                  <a:gd fmla="val 19376841" name="adj1"/>
                  <a:gd fmla="val 12313574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0" name="Google Shape;40;p2"/>
            <p:cNvSpPr/>
            <p:nvPr/>
          </p:nvSpPr>
          <p:spPr>
            <a:xfrm>
              <a:off x="5399840" y="356365"/>
              <a:ext cx="2577000" cy="25770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 rot="2043858">
              <a:off x="5503813" y="460310"/>
              <a:ext cx="2369480" cy="236948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5399795" y="360281"/>
              <a:ext cx="2577000" cy="2577000"/>
            </a:xfrm>
            <a:prstGeom prst="pie">
              <a:avLst>
                <a:gd fmla="val 8801158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 rot="2044777">
              <a:off x="5911449" y="867729"/>
              <a:ext cx="1554223" cy="1554223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5399795" y="356358"/>
              <a:ext cx="2577000" cy="2577000"/>
            </a:xfrm>
            <a:prstGeom prst="pie">
              <a:avLst>
                <a:gd fmla="val 1255410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 rot="-9830444">
              <a:off x="6469759" y="3480727"/>
              <a:ext cx="320148" cy="320148"/>
            </a:xfrm>
            <a:prstGeom prst="pie">
              <a:avLst>
                <a:gd fmla="val 1937684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6" name="Google Shape;46;p2"/>
          <p:cNvSpPr txBox="1"/>
          <p:nvPr>
            <p:ph type="ctrTitle"/>
          </p:nvPr>
        </p:nvSpPr>
        <p:spPr>
          <a:xfrm>
            <a:off x="824000" y="1613813"/>
            <a:ext cx="42555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2"/>
          <p:cNvSpPr txBox="1"/>
          <p:nvPr>
            <p:ph idx="1" type="subTitle"/>
          </p:nvPr>
        </p:nvSpPr>
        <p:spPr>
          <a:xfrm>
            <a:off x="824000" y="3596300"/>
            <a:ext cx="42555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2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oogle Shape;50;p3"/>
          <p:cNvGrpSpPr/>
          <p:nvPr/>
        </p:nvGrpSpPr>
        <p:grpSpPr>
          <a:xfrm>
            <a:off x="146769" y="3406"/>
            <a:ext cx="1233215" cy="1384535"/>
            <a:chOff x="146769" y="3406"/>
            <a:chExt cx="1233215" cy="1384535"/>
          </a:xfrm>
        </p:grpSpPr>
        <p:grpSp>
          <p:nvGrpSpPr>
            <p:cNvPr id="51" name="Google Shape;51;p3"/>
            <p:cNvGrpSpPr/>
            <p:nvPr/>
          </p:nvGrpSpPr>
          <p:grpSpPr>
            <a:xfrm>
              <a:off x="1063183" y="3406"/>
              <a:ext cx="316800" cy="688513"/>
              <a:chOff x="1063183" y="3406"/>
              <a:chExt cx="316800" cy="688513"/>
            </a:xfrm>
          </p:grpSpPr>
          <p:sp>
            <p:nvSpPr>
              <p:cNvPr id="52" name="Google Shape;52;p3"/>
              <p:cNvSpPr/>
              <p:nvPr/>
            </p:nvSpPr>
            <p:spPr>
              <a:xfrm rot="10800000">
                <a:off x="1063183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" name="Google Shape;53;p3"/>
              <p:cNvSpPr/>
              <p:nvPr/>
            </p:nvSpPr>
            <p:spPr>
              <a:xfrm rot="10800000">
                <a:off x="1063183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4" name="Google Shape;54;p3"/>
            <p:cNvGrpSpPr/>
            <p:nvPr/>
          </p:nvGrpSpPr>
          <p:grpSpPr>
            <a:xfrm>
              <a:off x="604976" y="3406"/>
              <a:ext cx="316800" cy="1036524"/>
              <a:chOff x="604976" y="3406"/>
              <a:chExt cx="316800" cy="1036524"/>
            </a:xfrm>
          </p:grpSpPr>
          <p:sp>
            <p:nvSpPr>
              <p:cNvPr id="55" name="Google Shape;55;p3"/>
              <p:cNvSpPr/>
              <p:nvPr/>
            </p:nvSpPr>
            <p:spPr>
              <a:xfrm rot="10800000">
                <a:off x="604976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" name="Google Shape;56;p3"/>
              <p:cNvSpPr/>
              <p:nvPr/>
            </p:nvSpPr>
            <p:spPr>
              <a:xfrm rot="10800000">
                <a:off x="604976" y="343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" name="Google Shape;57;p3"/>
              <p:cNvSpPr/>
              <p:nvPr/>
            </p:nvSpPr>
            <p:spPr>
              <a:xfrm rot="10800000">
                <a:off x="604976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8" name="Google Shape;58;p3"/>
            <p:cNvGrpSpPr/>
            <p:nvPr/>
          </p:nvGrpSpPr>
          <p:grpSpPr>
            <a:xfrm>
              <a:off x="146769" y="3406"/>
              <a:ext cx="316800" cy="1384535"/>
              <a:chOff x="146769" y="3406"/>
              <a:chExt cx="316800" cy="1384535"/>
            </a:xfrm>
          </p:grpSpPr>
          <p:sp>
            <p:nvSpPr>
              <p:cNvPr id="59" name="Google Shape;59;p3"/>
              <p:cNvSpPr/>
              <p:nvPr/>
            </p:nvSpPr>
            <p:spPr>
              <a:xfrm rot="10800000">
                <a:off x="146769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0" name="Google Shape;60;p3"/>
              <p:cNvSpPr/>
              <p:nvPr/>
            </p:nvSpPr>
            <p:spPr>
              <a:xfrm rot="10800000">
                <a:off x="146769" y="3441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" name="Google Shape;61;p3"/>
              <p:cNvSpPr/>
              <p:nvPr/>
            </p:nvSpPr>
            <p:spPr>
              <a:xfrm rot="10800000">
                <a:off x="146769" y="343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" name="Google Shape;62;p3"/>
              <p:cNvSpPr/>
              <p:nvPr/>
            </p:nvSpPr>
            <p:spPr>
              <a:xfrm rot="10800000">
                <a:off x="146769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63" name="Google Shape;63;p3"/>
          <p:cNvGrpSpPr/>
          <p:nvPr/>
        </p:nvGrpSpPr>
        <p:grpSpPr>
          <a:xfrm>
            <a:off x="6775084" y="2904008"/>
            <a:ext cx="2186148" cy="2239500"/>
            <a:chOff x="6775084" y="2904008"/>
            <a:chExt cx="2186148" cy="2239500"/>
          </a:xfrm>
        </p:grpSpPr>
        <p:grpSp>
          <p:nvGrpSpPr>
            <p:cNvPr id="64" name="Google Shape;64;p3"/>
            <p:cNvGrpSpPr/>
            <p:nvPr/>
          </p:nvGrpSpPr>
          <p:grpSpPr>
            <a:xfrm>
              <a:off x="6775084" y="4253708"/>
              <a:ext cx="409500" cy="889800"/>
              <a:chOff x="6775084" y="4253708"/>
              <a:chExt cx="409500" cy="889800"/>
            </a:xfrm>
          </p:grpSpPr>
          <p:sp>
            <p:nvSpPr>
              <p:cNvPr id="65" name="Google Shape;65;p3"/>
              <p:cNvSpPr/>
              <p:nvPr/>
            </p:nvSpPr>
            <p:spPr>
              <a:xfrm>
                <a:off x="6775084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" name="Google Shape;66;p3"/>
              <p:cNvSpPr/>
              <p:nvPr/>
            </p:nvSpPr>
            <p:spPr>
              <a:xfrm>
                <a:off x="6775084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67" name="Google Shape;67;p3"/>
            <p:cNvGrpSpPr/>
            <p:nvPr/>
          </p:nvGrpSpPr>
          <p:grpSpPr>
            <a:xfrm>
              <a:off x="7367299" y="3804008"/>
              <a:ext cx="409500" cy="1339500"/>
              <a:chOff x="7367299" y="3804008"/>
              <a:chExt cx="409500" cy="1339500"/>
            </a:xfrm>
          </p:grpSpPr>
          <p:sp>
            <p:nvSpPr>
              <p:cNvPr id="68" name="Google Shape;68;p3"/>
              <p:cNvSpPr/>
              <p:nvPr/>
            </p:nvSpPr>
            <p:spPr>
              <a:xfrm>
                <a:off x="7367299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" name="Google Shape;69;p3"/>
              <p:cNvSpPr/>
              <p:nvPr/>
            </p:nvSpPr>
            <p:spPr>
              <a:xfrm>
                <a:off x="7367299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" name="Google Shape;70;p3"/>
              <p:cNvSpPr/>
              <p:nvPr/>
            </p:nvSpPr>
            <p:spPr>
              <a:xfrm>
                <a:off x="7367299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1" name="Google Shape;71;p3"/>
            <p:cNvGrpSpPr/>
            <p:nvPr/>
          </p:nvGrpSpPr>
          <p:grpSpPr>
            <a:xfrm>
              <a:off x="7959516" y="3354008"/>
              <a:ext cx="409500" cy="1789500"/>
              <a:chOff x="7959516" y="3354008"/>
              <a:chExt cx="409500" cy="1789500"/>
            </a:xfrm>
          </p:grpSpPr>
          <p:sp>
            <p:nvSpPr>
              <p:cNvPr id="72" name="Google Shape;72;p3"/>
              <p:cNvSpPr/>
              <p:nvPr/>
            </p:nvSpPr>
            <p:spPr>
              <a:xfrm>
                <a:off x="7959516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" name="Google Shape;73;p3"/>
              <p:cNvSpPr/>
              <p:nvPr/>
            </p:nvSpPr>
            <p:spPr>
              <a:xfrm>
                <a:off x="7959516" y="3354008"/>
                <a:ext cx="409500" cy="178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" name="Google Shape;74;p3"/>
              <p:cNvSpPr/>
              <p:nvPr/>
            </p:nvSpPr>
            <p:spPr>
              <a:xfrm>
                <a:off x="7959516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" name="Google Shape;75;p3"/>
              <p:cNvSpPr/>
              <p:nvPr/>
            </p:nvSpPr>
            <p:spPr>
              <a:xfrm>
                <a:off x="7959516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6" name="Google Shape;76;p3"/>
            <p:cNvGrpSpPr/>
            <p:nvPr/>
          </p:nvGrpSpPr>
          <p:grpSpPr>
            <a:xfrm>
              <a:off x="8551731" y="2904008"/>
              <a:ext cx="409500" cy="2239500"/>
              <a:chOff x="8551731" y="2904008"/>
              <a:chExt cx="409500" cy="2239500"/>
            </a:xfrm>
          </p:grpSpPr>
          <p:sp>
            <p:nvSpPr>
              <p:cNvPr id="77" name="Google Shape;77;p3"/>
              <p:cNvSpPr/>
              <p:nvPr/>
            </p:nvSpPr>
            <p:spPr>
              <a:xfrm>
                <a:off x="8551731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" name="Google Shape;78;p3"/>
              <p:cNvSpPr/>
              <p:nvPr/>
            </p:nvSpPr>
            <p:spPr>
              <a:xfrm>
                <a:off x="8551731" y="3354008"/>
                <a:ext cx="409500" cy="178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" name="Google Shape;79;p3"/>
              <p:cNvSpPr/>
              <p:nvPr/>
            </p:nvSpPr>
            <p:spPr>
              <a:xfrm>
                <a:off x="8551731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" name="Google Shape;80;p3"/>
              <p:cNvSpPr/>
              <p:nvPr/>
            </p:nvSpPr>
            <p:spPr>
              <a:xfrm>
                <a:off x="8551731" y="2904008"/>
                <a:ext cx="409500" cy="22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" name="Google Shape;81;p3"/>
              <p:cNvSpPr/>
              <p:nvPr/>
            </p:nvSpPr>
            <p:spPr>
              <a:xfrm>
                <a:off x="8551731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82" name="Google Shape;82;p3"/>
          <p:cNvSpPr txBox="1"/>
          <p:nvPr>
            <p:ph type="title"/>
          </p:nvPr>
        </p:nvSpPr>
        <p:spPr>
          <a:xfrm>
            <a:off x="824000" y="1613825"/>
            <a:ext cx="58578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3" name="Google Shape;83;p3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4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86" name="Google Shape;86;p4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4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8" name="Google Shape;88;p4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9" name="Google Shape;89;p4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0" name="Google Shape;90;p4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5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93" name="Google Shape;93;p5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5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5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6" name="Google Shape;96;p5"/>
          <p:cNvSpPr txBox="1"/>
          <p:nvPr>
            <p:ph idx="1" type="body"/>
          </p:nvPr>
        </p:nvSpPr>
        <p:spPr>
          <a:xfrm>
            <a:off x="130380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7" name="Google Shape;97;p5"/>
          <p:cNvSpPr txBox="1"/>
          <p:nvPr>
            <p:ph idx="2" type="body"/>
          </p:nvPr>
        </p:nvSpPr>
        <p:spPr>
          <a:xfrm>
            <a:off x="490365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5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6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1" name="Google Shape;101;p6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6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6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04" name="Google Shape;104;p6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7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7" name="Google Shape;107;p7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7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9" name="Google Shape;109;p7"/>
          <p:cNvSpPr txBox="1"/>
          <p:nvPr>
            <p:ph type="title"/>
          </p:nvPr>
        </p:nvSpPr>
        <p:spPr>
          <a:xfrm>
            <a:off x="1303800" y="598575"/>
            <a:ext cx="3312000" cy="15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10" name="Google Shape;110;p7"/>
          <p:cNvSpPr txBox="1"/>
          <p:nvPr>
            <p:ph idx="1" type="body"/>
          </p:nvPr>
        </p:nvSpPr>
        <p:spPr>
          <a:xfrm>
            <a:off x="1303800" y="2309675"/>
            <a:ext cx="3312000" cy="222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11" name="Google Shape;111;p7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dk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oogle Shape;113;p8"/>
          <p:cNvGrpSpPr/>
          <p:nvPr/>
        </p:nvGrpSpPr>
        <p:grpSpPr>
          <a:xfrm>
            <a:off x="6866714" y="1306"/>
            <a:ext cx="2267451" cy="2601690"/>
            <a:chOff x="6790514" y="1306"/>
            <a:chExt cx="2267451" cy="2601690"/>
          </a:xfrm>
        </p:grpSpPr>
        <p:grpSp>
          <p:nvGrpSpPr>
            <p:cNvPr id="114" name="Google Shape;114;p8"/>
            <p:cNvGrpSpPr/>
            <p:nvPr/>
          </p:nvGrpSpPr>
          <p:grpSpPr>
            <a:xfrm>
              <a:off x="7067465" y="1306"/>
              <a:ext cx="1990500" cy="1990200"/>
              <a:chOff x="7067465" y="1306"/>
              <a:chExt cx="1990500" cy="1990200"/>
            </a:xfrm>
          </p:grpSpPr>
          <p:sp>
            <p:nvSpPr>
              <p:cNvPr id="115" name="Google Shape;115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" name="Google Shape;116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pie">
                <a:avLst>
                  <a:gd fmla="val 19376841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 rot="-8649154">
                <a:off x="7349891" y="283705"/>
                <a:ext cx="1425647" cy="14254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18" name="Google Shape;118;p8"/>
            <p:cNvGrpSpPr/>
            <p:nvPr/>
          </p:nvGrpSpPr>
          <p:grpSpPr>
            <a:xfrm>
              <a:off x="8207126" y="1807996"/>
              <a:ext cx="795000" cy="795000"/>
              <a:chOff x="8207126" y="1807996"/>
              <a:chExt cx="795000" cy="795000"/>
            </a:xfrm>
          </p:grpSpPr>
          <p:sp>
            <p:nvSpPr>
              <p:cNvPr id="119" name="Google Shape;119;p8"/>
              <p:cNvSpPr/>
              <p:nvPr/>
            </p:nvSpPr>
            <p:spPr>
              <a:xfrm rot="2152054">
                <a:off x="8319942" y="1920813"/>
                <a:ext cx="569367" cy="569367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" name="Google Shape;121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pie">
                <a:avLst>
                  <a:gd fmla="val 5699893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2" name="Google Shape;122;p8"/>
            <p:cNvGrpSpPr/>
            <p:nvPr/>
          </p:nvGrpSpPr>
          <p:grpSpPr>
            <a:xfrm>
              <a:off x="6790514" y="118857"/>
              <a:ext cx="548700" cy="548700"/>
              <a:chOff x="6790514" y="118857"/>
              <a:chExt cx="548700" cy="548700"/>
            </a:xfrm>
          </p:grpSpPr>
          <p:sp>
            <p:nvSpPr>
              <p:cNvPr id="123" name="Google Shape;123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pie">
                <a:avLst>
                  <a:gd fmla="val 5699893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25" name="Google Shape;125;p8"/>
          <p:cNvSpPr txBox="1"/>
          <p:nvPr>
            <p:ph type="title"/>
          </p:nvPr>
        </p:nvSpPr>
        <p:spPr>
          <a:xfrm>
            <a:off x="824000" y="763600"/>
            <a:ext cx="5857800" cy="357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6" name="Google Shape;126;p8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oogle Shape;128;p9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29" name="Google Shape;129;p9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9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1" name="Google Shape;131;p9"/>
          <p:cNvSpPr txBox="1"/>
          <p:nvPr>
            <p:ph type="title"/>
          </p:nvPr>
        </p:nvSpPr>
        <p:spPr>
          <a:xfrm>
            <a:off x="1303800" y="598575"/>
            <a:ext cx="3430500" cy="19902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2" name="Google Shape;132;p9"/>
          <p:cNvSpPr txBox="1"/>
          <p:nvPr>
            <p:ph idx="1" type="subTitle"/>
          </p:nvPr>
        </p:nvSpPr>
        <p:spPr>
          <a:xfrm>
            <a:off x="1303800" y="2743203"/>
            <a:ext cx="3430500" cy="7260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33" name="Google Shape;133;p9"/>
          <p:cNvSpPr txBox="1"/>
          <p:nvPr>
            <p:ph idx="2" type="body"/>
          </p:nvPr>
        </p:nvSpPr>
        <p:spPr>
          <a:xfrm>
            <a:off x="4903700" y="661000"/>
            <a:ext cx="3430500" cy="38706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34" name="Google Shape;134;p9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p10"/>
          <p:cNvGrpSpPr/>
          <p:nvPr/>
        </p:nvGrpSpPr>
        <p:grpSpPr>
          <a:xfrm>
            <a:off x="713373" y="3847119"/>
            <a:ext cx="825392" cy="825392"/>
            <a:chOff x="348199" y="179450"/>
            <a:chExt cx="1116300" cy="1116300"/>
          </a:xfrm>
        </p:grpSpPr>
        <p:sp>
          <p:nvSpPr>
            <p:cNvPr id="137" name="Google Shape;137;p10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p10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9" name="Google Shape;139;p10"/>
          <p:cNvSpPr txBox="1"/>
          <p:nvPr>
            <p:ph idx="1" type="body"/>
          </p:nvPr>
        </p:nvSpPr>
        <p:spPr>
          <a:xfrm>
            <a:off x="1303800" y="4138975"/>
            <a:ext cx="5843100" cy="53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40" name="Google Shape;140;p10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3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2" name="Google Shape;142;p11"/>
          <p:cNvGrpSpPr/>
          <p:nvPr/>
        </p:nvGrpSpPr>
        <p:grpSpPr>
          <a:xfrm>
            <a:off x="52" y="4099200"/>
            <a:ext cx="9144036" cy="1044300"/>
            <a:chOff x="52" y="4099200"/>
            <a:chExt cx="9144036" cy="1044300"/>
          </a:xfrm>
        </p:grpSpPr>
        <p:grpSp>
          <p:nvGrpSpPr>
            <p:cNvPr id="143" name="Google Shape;143;p11"/>
            <p:cNvGrpSpPr/>
            <p:nvPr/>
          </p:nvGrpSpPr>
          <p:grpSpPr>
            <a:xfrm>
              <a:off x="52" y="4309200"/>
              <a:ext cx="231622" cy="834300"/>
              <a:chOff x="2688737" y="4301380"/>
              <a:chExt cx="231900" cy="834300"/>
            </a:xfrm>
          </p:grpSpPr>
          <p:sp>
            <p:nvSpPr>
              <p:cNvPr id="144" name="Google Shape;144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" name="Google Shape;145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" name="Google Shape;146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" name="Google Shape;147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8" name="Google Shape;148;p11"/>
            <p:cNvGrpSpPr/>
            <p:nvPr/>
          </p:nvGrpSpPr>
          <p:grpSpPr>
            <a:xfrm>
              <a:off x="371406" y="4099200"/>
              <a:ext cx="231622" cy="1044300"/>
              <a:chOff x="2688737" y="4091380"/>
              <a:chExt cx="231900" cy="1044300"/>
            </a:xfrm>
          </p:grpSpPr>
          <p:sp>
            <p:nvSpPr>
              <p:cNvPr id="149" name="Google Shape;149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" name="Google Shape;150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" name="Google Shape;15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" name="Google Shape;152;p11"/>
              <p:cNvSpPr/>
              <p:nvPr/>
            </p:nvSpPr>
            <p:spPr>
              <a:xfrm flipH="1">
                <a:off x="2688737" y="4091380"/>
                <a:ext cx="2319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" name="Google Shape;153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4" name="Google Shape;154;p11"/>
            <p:cNvGrpSpPr/>
            <p:nvPr/>
          </p:nvGrpSpPr>
          <p:grpSpPr>
            <a:xfrm>
              <a:off x="742761" y="4309200"/>
              <a:ext cx="231622" cy="834300"/>
              <a:chOff x="2688737" y="4301380"/>
              <a:chExt cx="231900" cy="834300"/>
            </a:xfrm>
          </p:grpSpPr>
          <p:sp>
            <p:nvSpPr>
              <p:cNvPr id="155" name="Google Shape;155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" name="Google Shape;156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" name="Google Shape;157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" name="Google Shape;158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9" name="Google Shape;159;p11"/>
            <p:cNvGrpSpPr/>
            <p:nvPr/>
          </p:nvGrpSpPr>
          <p:grpSpPr>
            <a:xfrm>
              <a:off x="1114115" y="4518900"/>
              <a:ext cx="231622" cy="624600"/>
              <a:chOff x="2688737" y="4511080"/>
              <a:chExt cx="231900" cy="624600"/>
            </a:xfrm>
          </p:grpSpPr>
          <p:sp>
            <p:nvSpPr>
              <p:cNvPr id="160" name="Google Shape;160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1" name="Google Shape;16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" name="Google Shape;162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3" name="Google Shape;163;p11"/>
            <p:cNvGrpSpPr/>
            <p:nvPr/>
          </p:nvGrpSpPr>
          <p:grpSpPr>
            <a:xfrm>
              <a:off x="1856753" y="4099200"/>
              <a:ext cx="231600" cy="1044300"/>
              <a:chOff x="1856753" y="4099200"/>
              <a:chExt cx="231600" cy="1044300"/>
            </a:xfrm>
          </p:grpSpPr>
          <p:sp>
            <p:nvSpPr>
              <p:cNvPr id="164" name="Google Shape;164;p11"/>
              <p:cNvSpPr/>
              <p:nvPr/>
            </p:nvSpPr>
            <p:spPr>
              <a:xfrm flipH="1">
                <a:off x="185675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 flipH="1">
                <a:off x="1856753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 flipH="1">
                <a:off x="185675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" name="Google Shape;167;p11"/>
              <p:cNvSpPr/>
              <p:nvPr/>
            </p:nvSpPr>
            <p:spPr>
              <a:xfrm flipH="1">
                <a:off x="1856753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" name="Google Shape;168;p11"/>
              <p:cNvSpPr/>
              <p:nvPr/>
            </p:nvSpPr>
            <p:spPr>
              <a:xfrm flipH="1">
                <a:off x="185675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9" name="Google Shape;169;p11"/>
            <p:cNvGrpSpPr/>
            <p:nvPr/>
          </p:nvGrpSpPr>
          <p:grpSpPr>
            <a:xfrm>
              <a:off x="2228107" y="4309200"/>
              <a:ext cx="231600" cy="834300"/>
              <a:chOff x="2228107" y="4309200"/>
              <a:chExt cx="231600" cy="834300"/>
            </a:xfrm>
          </p:grpSpPr>
          <p:sp>
            <p:nvSpPr>
              <p:cNvPr id="170" name="Google Shape;170;p11"/>
              <p:cNvSpPr/>
              <p:nvPr/>
            </p:nvSpPr>
            <p:spPr>
              <a:xfrm flipH="1">
                <a:off x="2228107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 flipH="1">
                <a:off x="2228107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 flipH="1">
                <a:off x="2228107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" name="Google Shape;173;p11"/>
              <p:cNvSpPr/>
              <p:nvPr/>
            </p:nvSpPr>
            <p:spPr>
              <a:xfrm flipH="1">
                <a:off x="2228107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74" name="Google Shape;174;p11"/>
            <p:cNvGrpSpPr/>
            <p:nvPr/>
          </p:nvGrpSpPr>
          <p:grpSpPr>
            <a:xfrm>
              <a:off x="2599462" y="4518900"/>
              <a:ext cx="231600" cy="624600"/>
              <a:chOff x="2599462" y="4518900"/>
              <a:chExt cx="231600" cy="624600"/>
            </a:xfrm>
          </p:grpSpPr>
          <p:sp>
            <p:nvSpPr>
              <p:cNvPr id="175" name="Google Shape;175;p11"/>
              <p:cNvSpPr/>
              <p:nvPr/>
            </p:nvSpPr>
            <p:spPr>
              <a:xfrm flipH="1">
                <a:off x="2599462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" name="Google Shape;176;p11"/>
              <p:cNvSpPr/>
              <p:nvPr/>
            </p:nvSpPr>
            <p:spPr>
              <a:xfrm flipH="1">
                <a:off x="2599462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" name="Google Shape;177;p11"/>
              <p:cNvSpPr/>
              <p:nvPr/>
            </p:nvSpPr>
            <p:spPr>
              <a:xfrm flipH="1">
                <a:off x="2599462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78" name="Google Shape;178;p11"/>
            <p:cNvGrpSpPr/>
            <p:nvPr/>
          </p:nvGrpSpPr>
          <p:grpSpPr>
            <a:xfrm>
              <a:off x="3342171" y="4099200"/>
              <a:ext cx="231600" cy="1044300"/>
              <a:chOff x="3342171" y="4099200"/>
              <a:chExt cx="231600" cy="1044300"/>
            </a:xfrm>
          </p:grpSpPr>
          <p:sp>
            <p:nvSpPr>
              <p:cNvPr id="179" name="Google Shape;179;p11"/>
              <p:cNvSpPr/>
              <p:nvPr/>
            </p:nvSpPr>
            <p:spPr>
              <a:xfrm flipH="1">
                <a:off x="3342171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" name="Google Shape;180;p11"/>
              <p:cNvSpPr/>
              <p:nvPr/>
            </p:nvSpPr>
            <p:spPr>
              <a:xfrm flipH="1">
                <a:off x="3342171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" name="Google Shape;181;p11"/>
              <p:cNvSpPr/>
              <p:nvPr/>
            </p:nvSpPr>
            <p:spPr>
              <a:xfrm flipH="1">
                <a:off x="3342171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" name="Google Shape;182;p11"/>
              <p:cNvSpPr/>
              <p:nvPr/>
            </p:nvSpPr>
            <p:spPr>
              <a:xfrm flipH="1">
                <a:off x="3342171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" name="Google Shape;183;p11"/>
              <p:cNvSpPr/>
              <p:nvPr/>
            </p:nvSpPr>
            <p:spPr>
              <a:xfrm flipH="1">
                <a:off x="3342171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4" name="Google Shape;184;p11"/>
            <p:cNvGrpSpPr/>
            <p:nvPr/>
          </p:nvGrpSpPr>
          <p:grpSpPr>
            <a:xfrm>
              <a:off x="3713525" y="4309200"/>
              <a:ext cx="231600" cy="834300"/>
              <a:chOff x="3713525" y="4309200"/>
              <a:chExt cx="231600" cy="834300"/>
            </a:xfrm>
          </p:grpSpPr>
          <p:sp>
            <p:nvSpPr>
              <p:cNvPr id="185" name="Google Shape;185;p11"/>
              <p:cNvSpPr/>
              <p:nvPr/>
            </p:nvSpPr>
            <p:spPr>
              <a:xfrm flipH="1">
                <a:off x="3713525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6" name="Google Shape;186;p11"/>
              <p:cNvSpPr/>
              <p:nvPr/>
            </p:nvSpPr>
            <p:spPr>
              <a:xfrm flipH="1">
                <a:off x="3713525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7" name="Google Shape;187;p11"/>
              <p:cNvSpPr/>
              <p:nvPr/>
            </p:nvSpPr>
            <p:spPr>
              <a:xfrm flipH="1">
                <a:off x="3713525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8" name="Google Shape;188;p11"/>
              <p:cNvSpPr/>
              <p:nvPr/>
            </p:nvSpPr>
            <p:spPr>
              <a:xfrm flipH="1">
                <a:off x="3713525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9" name="Google Shape;189;p11"/>
            <p:cNvGrpSpPr/>
            <p:nvPr/>
          </p:nvGrpSpPr>
          <p:grpSpPr>
            <a:xfrm>
              <a:off x="1485398" y="4309200"/>
              <a:ext cx="231600" cy="834300"/>
              <a:chOff x="1485398" y="4309200"/>
              <a:chExt cx="231600" cy="834300"/>
            </a:xfrm>
          </p:grpSpPr>
          <p:sp>
            <p:nvSpPr>
              <p:cNvPr id="190" name="Google Shape;190;p11"/>
              <p:cNvSpPr/>
              <p:nvPr/>
            </p:nvSpPr>
            <p:spPr>
              <a:xfrm flipH="1">
                <a:off x="148539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1" name="Google Shape;191;p11"/>
              <p:cNvSpPr/>
              <p:nvPr/>
            </p:nvSpPr>
            <p:spPr>
              <a:xfrm flipH="1">
                <a:off x="148539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" name="Google Shape;192;p11"/>
              <p:cNvSpPr/>
              <p:nvPr/>
            </p:nvSpPr>
            <p:spPr>
              <a:xfrm flipH="1">
                <a:off x="148539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" name="Google Shape;193;p11"/>
              <p:cNvSpPr/>
              <p:nvPr/>
            </p:nvSpPr>
            <p:spPr>
              <a:xfrm flipH="1">
                <a:off x="148539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4" name="Google Shape;194;p11"/>
            <p:cNvGrpSpPr/>
            <p:nvPr/>
          </p:nvGrpSpPr>
          <p:grpSpPr>
            <a:xfrm>
              <a:off x="4084879" y="4518900"/>
              <a:ext cx="231600" cy="624600"/>
              <a:chOff x="4084879" y="4518900"/>
              <a:chExt cx="231600" cy="624600"/>
            </a:xfrm>
          </p:grpSpPr>
          <p:sp>
            <p:nvSpPr>
              <p:cNvPr id="195" name="Google Shape;195;p11"/>
              <p:cNvSpPr/>
              <p:nvPr/>
            </p:nvSpPr>
            <p:spPr>
              <a:xfrm flipH="1">
                <a:off x="4084879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6" name="Google Shape;196;p11"/>
              <p:cNvSpPr/>
              <p:nvPr/>
            </p:nvSpPr>
            <p:spPr>
              <a:xfrm flipH="1">
                <a:off x="4084879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7" name="Google Shape;197;p11"/>
              <p:cNvSpPr/>
              <p:nvPr/>
            </p:nvSpPr>
            <p:spPr>
              <a:xfrm flipH="1">
                <a:off x="4084879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8" name="Google Shape;198;p11"/>
            <p:cNvGrpSpPr/>
            <p:nvPr/>
          </p:nvGrpSpPr>
          <p:grpSpPr>
            <a:xfrm>
              <a:off x="2970816" y="4309200"/>
              <a:ext cx="231600" cy="834300"/>
              <a:chOff x="2970816" y="4309200"/>
              <a:chExt cx="231600" cy="834300"/>
            </a:xfrm>
          </p:grpSpPr>
          <p:sp>
            <p:nvSpPr>
              <p:cNvPr id="199" name="Google Shape;199;p11"/>
              <p:cNvSpPr/>
              <p:nvPr/>
            </p:nvSpPr>
            <p:spPr>
              <a:xfrm flipH="1">
                <a:off x="2970816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" name="Google Shape;200;p11"/>
              <p:cNvSpPr/>
              <p:nvPr/>
            </p:nvSpPr>
            <p:spPr>
              <a:xfrm flipH="1">
                <a:off x="2970816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" name="Google Shape;201;p11"/>
              <p:cNvSpPr/>
              <p:nvPr/>
            </p:nvSpPr>
            <p:spPr>
              <a:xfrm flipH="1">
                <a:off x="2970816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" name="Google Shape;202;p11"/>
              <p:cNvSpPr/>
              <p:nvPr/>
            </p:nvSpPr>
            <p:spPr>
              <a:xfrm flipH="1">
                <a:off x="2970816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03" name="Google Shape;203;p11"/>
            <p:cNvGrpSpPr/>
            <p:nvPr/>
          </p:nvGrpSpPr>
          <p:grpSpPr>
            <a:xfrm>
              <a:off x="4456234" y="4309200"/>
              <a:ext cx="231600" cy="834300"/>
              <a:chOff x="4456234" y="4309200"/>
              <a:chExt cx="231600" cy="834300"/>
            </a:xfrm>
          </p:grpSpPr>
          <p:sp>
            <p:nvSpPr>
              <p:cNvPr id="204" name="Google Shape;204;p11"/>
              <p:cNvSpPr/>
              <p:nvPr/>
            </p:nvSpPr>
            <p:spPr>
              <a:xfrm flipH="1">
                <a:off x="4456234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" name="Google Shape;205;p11"/>
              <p:cNvSpPr/>
              <p:nvPr/>
            </p:nvSpPr>
            <p:spPr>
              <a:xfrm flipH="1">
                <a:off x="4456234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" name="Google Shape;206;p11"/>
              <p:cNvSpPr/>
              <p:nvPr/>
            </p:nvSpPr>
            <p:spPr>
              <a:xfrm flipH="1">
                <a:off x="4456234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" name="Google Shape;207;p11"/>
              <p:cNvSpPr/>
              <p:nvPr/>
            </p:nvSpPr>
            <p:spPr>
              <a:xfrm flipH="1">
                <a:off x="4456234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08" name="Google Shape;208;p11"/>
            <p:cNvGrpSpPr/>
            <p:nvPr/>
          </p:nvGrpSpPr>
          <p:grpSpPr>
            <a:xfrm>
              <a:off x="4827588" y="4099200"/>
              <a:ext cx="231600" cy="1044300"/>
              <a:chOff x="4827588" y="4099200"/>
              <a:chExt cx="231600" cy="1044300"/>
            </a:xfrm>
          </p:grpSpPr>
          <p:sp>
            <p:nvSpPr>
              <p:cNvPr id="209" name="Google Shape;209;p11"/>
              <p:cNvSpPr/>
              <p:nvPr/>
            </p:nvSpPr>
            <p:spPr>
              <a:xfrm flipH="1">
                <a:off x="482758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" name="Google Shape;210;p11"/>
              <p:cNvSpPr/>
              <p:nvPr/>
            </p:nvSpPr>
            <p:spPr>
              <a:xfrm flipH="1">
                <a:off x="482758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1" name="Google Shape;211;p11"/>
              <p:cNvSpPr/>
              <p:nvPr/>
            </p:nvSpPr>
            <p:spPr>
              <a:xfrm flipH="1">
                <a:off x="482758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2" name="Google Shape;212;p11"/>
              <p:cNvSpPr/>
              <p:nvPr/>
            </p:nvSpPr>
            <p:spPr>
              <a:xfrm flipH="1">
                <a:off x="4827588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3" name="Google Shape;213;p11"/>
              <p:cNvSpPr/>
              <p:nvPr/>
            </p:nvSpPr>
            <p:spPr>
              <a:xfrm flipH="1">
                <a:off x="482758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14" name="Google Shape;214;p11"/>
            <p:cNvGrpSpPr/>
            <p:nvPr/>
          </p:nvGrpSpPr>
          <p:grpSpPr>
            <a:xfrm>
              <a:off x="5198943" y="4309200"/>
              <a:ext cx="231600" cy="834300"/>
              <a:chOff x="5198943" y="4309200"/>
              <a:chExt cx="231600" cy="834300"/>
            </a:xfrm>
          </p:grpSpPr>
          <p:sp>
            <p:nvSpPr>
              <p:cNvPr id="215" name="Google Shape;215;p11"/>
              <p:cNvSpPr/>
              <p:nvPr/>
            </p:nvSpPr>
            <p:spPr>
              <a:xfrm flipH="1">
                <a:off x="519894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" name="Google Shape;216;p11"/>
              <p:cNvSpPr/>
              <p:nvPr/>
            </p:nvSpPr>
            <p:spPr>
              <a:xfrm flipH="1">
                <a:off x="5198943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" name="Google Shape;217;p11"/>
              <p:cNvSpPr/>
              <p:nvPr/>
            </p:nvSpPr>
            <p:spPr>
              <a:xfrm flipH="1">
                <a:off x="519894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" name="Google Shape;218;p11"/>
              <p:cNvSpPr/>
              <p:nvPr/>
            </p:nvSpPr>
            <p:spPr>
              <a:xfrm flipH="1">
                <a:off x="519894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19" name="Google Shape;219;p11"/>
            <p:cNvGrpSpPr/>
            <p:nvPr/>
          </p:nvGrpSpPr>
          <p:grpSpPr>
            <a:xfrm>
              <a:off x="5570297" y="4518900"/>
              <a:ext cx="231600" cy="624600"/>
              <a:chOff x="5570297" y="4518900"/>
              <a:chExt cx="231600" cy="624600"/>
            </a:xfrm>
          </p:grpSpPr>
          <p:sp>
            <p:nvSpPr>
              <p:cNvPr id="220" name="Google Shape;220;p11"/>
              <p:cNvSpPr/>
              <p:nvPr/>
            </p:nvSpPr>
            <p:spPr>
              <a:xfrm flipH="1">
                <a:off x="5570297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" name="Google Shape;221;p11"/>
              <p:cNvSpPr/>
              <p:nvPr/>
            </p:nvSpPr>
            <p:spPr>
              <a:xfrm flipH="1">
                <a:off x="5570297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" name="Google Shape;222;p11"/>
              <p:cNvSpPr/>
              <p:nvPr/>
            </p:nvSpPr>
            <p:spPr>
              <a:xfrm flipH="1">
                <a:off x="5570297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23" name="Google Shape;223;p11"/>
            <p:cNvGrpSpPr/>
            <p:nvPr/>
          </p:nvGrpSpPr>
          <p:grpSpPr>
            <a:xfrm>
              <a:off x="5941652" y="4309200"/>
              <a:ext cx="231600" cy="834300"/>
              <a:chOff x="5941652" y="4309200"/>
              <a:chExt cx="231600" cy="834300"/>
            </a:xfrm>
          </p:grpSpPr>
          <p:sp>
            <p:nvSpPr>
              <p:cNvPr id="224" name="Google Shape;224;p11"/>
              <p:cNvSpPr/>
              <p:nvPr/>
            </p:nvSpPr>
            <p:spPr>
              <a:xfrm flipH="1">
                <a:off x="5941652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" name="Google Shape;225;p11"/>
              <p:cNvSpPr/>
              <p:nvPr/>
            </p:nvSpPr>
            <p:spPr>
              <a:xfrm flipH="1">
                <a:off x="5941652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" name="Google Shape;226;p11"/>
              <p:cNvSpPr/>
              <p:nvPr/>
            </p:nvSpPr>
            <p:spPr>
              <a:xfrm flipH="1">
                <a:off x="5941652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" name="Google Shape;227;p11"/>
              <p:cNvSpPr/>
              <p:nvPr/>
            </p:nvSpPr>
            <p:spPr>
              <a:xfrm flipH="1">
                <a:off x="5941652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28" name="Google Shape;228;p11"/>
            <p:cNvGrpSpPr/>
            <p:nvPr/>
          </p:nvGrpSpPr>
          <p:grpSpPr>
            <a:xfrm>
              <a:off x="6313006" y="4099200"/>
              <a:ext cx="231600" cy="1044300"/>
              <a:chOff x="6313006" y="4099200"/>
              <a:chExt cx="231600" cy="1044300"/>
            </a:xfrm>
          </p:grpSpPr>
          <p:sp>
            <p:nvSpPr>
              <p:cNvPr id="229" name="Google Shape;229;p11"/>
              <p:cNvSpPr/>
              <p:nvPr/>
            </p:nvSpPr>
            <p:spPr>
              <a:xfrm flipH="1">
                <a:off x="6313006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0" name="Google Shape;230;p11"/>
              <p:cNvSpPr/>
              <p:nvPr/>
            </p:nvSpPr>
            <p:spPr>
              <a:xfrm flipH="1">
                <a:off x="6313006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1" name="Google Shape;231;p11"/>
              <p:cNvSpPr/>
              <p:nvPr/>
            </p:nvSpPr>
            <p:spPr>
              <a:xfrm flipH="1">
                <a:off x="6313006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2" name="Google Shape;232;p11"/>
              <p:cNvSpPr/>
              <p:nvPr/>
            </p:nvSpPr>
            <p:spPr>
              <a:xfrm flipH="1">
                <a:off x="6313006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3" name="Google Shape;233;p11"/>
              <p:cNvSpPr/>
              <p:nvPr/>
            </p:nvSpPr>
            <p:spPr>
              <a:xfrm flipH="1">
                <a:off x="6313006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4" name="Google Shape;234;p11"/>
            <p:cNvGrpSpPr/>
            <p:nvPr/>
          </p:nvGrpSpPr>
          <p:grpSpPr>
            <a:xfrm>
              <a:off x="6684361" y="4309200"/>
              <a:ext cx="231600" cy="834300"/>
              <a:chOff x="6684361" y="4309200"/>
              <a:chExt cx="231600" cy="834300"/>
            </a:xfrm>
          </p:grpSpPr>
          <p:sp>
            <p:nvSpPr>
              <p:cNvPr id="235" name="Google Shape;235;p11"/>
              <p:cNvSpPr/>
              <p:nvPr/>
            </p:nvSpPr>
            <p:spPr>
              <a:xfrm flipH="1">
                <a:off x="6684361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" name="Google Shape;236;p11"/>
              <p:cNvSpPr/>
              <p:nvPr/>
            </p:nvSpPr>
            <p:spPr>
              <a:xfrm flipH="1">
                <a:off x="6684361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" name="Google Shape;237;p11"/>
              <p:cNvSpPr/>
              <p:nvPr/>
            </p:nvSpPr>
            <p:spPr>
              <a:xfrm flipH="1">
                <a:off x="6684361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" name="Google Shape;238;p11"/>
              <p:cNvSpPr/>
              <p:nvPr/>
            </p:nvSpPr>
            <p:spPr>
              <a:xfrm flipH="1">
                <a:off x="6684361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9" name="Google Shape;239;p11"/>
            <p:cNvGrpSpPr/>
            <p:nvPr/>
          </p:nvGrpSpPr>
          <p:grpSpPr>
            <a:xfrm>
              <a:off x="7055715" y="4518900"/>
              <a:ext cx="231600" cy="624600"/>
              <a:chOff x="7055715" y="4518900"/>
              <a:chExt cx="231600" cy="624600"/>
            </a:xfrm>
          </p:grpSpPr>
          <p:sp>
            <p:nvSpPr>
              <p:cNvPr id="240" name="Google Shape;240;p11"/>
              <p:cNvSpPr/>
              <p:nvPr/>
            </p:nvSpPr>
            <p:spPr>
              <a:xfrm flipH="1">
                <a:off x="7055715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" name="Google Shape;241;p11"/>
              <p:cNvSpPr/>
              <p:nvPr/>
            </p:nvSpPr>
            <p:spPr>
              <a:xfrm flipH="1">
                <a:off x="7055715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2" name="Google Shape;242;p11"/>
              <p:cNvSpPr/>
              <p:nvPr/>
            </p:nvSpPr>
            <p:spPr>
              <a:xfrm flipH="1">
                <a:off x="7055715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3" name="Google Shape;243;p11"/>
            <p:cNvGrpSpPr/>
            <p:nvPr/>
          </p:nvGrpSpPr>
          <p:grpSpPr>
            <a:xfrm>
              <a:off x="7798424" y="4099200"/>
              <a:ext cx="231600" cy="1044300"/>
              <a:chOff x="7798424" y="4099200"/>
              <a:chExt cx="231600" cy="1044300"/>
            </a:xfrm>
          </p:grpSpPr>
          <p:sp>
            <p:nvSpPr>
              <p:cNvPr id="244" name="Google Shape;244;p11"/>
              <p:cNvSpPr/>
              <p:nvPr/>
            </p:nvSpPr>
            <p:spPr>
              <a:xfrm flipH="1">
                <a:off x="7798424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" name="Google Shape;245;p11"/>
              <p:cNvSpPr/>
              <p:nvPr/>
            </p:nvSpPr>
            <p:spPr>
              <a:xfrm flipH="1">
                <a:off x="7798424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" name="Google Shape;246;p11"/>
              <p:cNvSpPr/>
              <p:nvPr/>
            </p:nvSpPr>
            <p:spPr>
              <a:xfrm flipH="1">
                <a:off x="7798424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7" name="Google Shape;247;p11"/>
              <p:cNvSpPr/>
              <p:nvPr/>
            </p:nvSpPr>
            <p:spPr>
              <a:xfrm flipH="1">
                <a:off x="7798424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" name="Google Shape;248;p11"/>
              <p:cNvSpPr/>
              <p:nvPr/>
            </p:nvSpPr>
            <p:spPr>
              <a:xfrm flipH="1">
                <a:off x="7798424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9" name="Google Shape;249;p11"/>
            <p:cNvGrpSpPr/>
            <p:nvPr/>
          </p:nvGrpSpPr>
          <p:grpSpPr>
            <a:xfrm>
              <a:off x="8169779" y="4309200"/>
              <a:ext cx="231600" cy="834300"/>
              <a:chOff x="8169779" y="4309200"/>
              <a:chExt cx="231600" cy="834300"/>
            </a:xfrm>
          </p:grpSpPr>
          <p:sp>
            <p:nvSpPr>
              <p:cNvPr id="250" name="Google Shape;250;p11"/>
              <p:cNvSpPr/>
              <p:nvPr/>
            </p:nvSpPr>
            <p:spPr>
              <a:xfrm flipH="1">
                <a:off x="8169779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" name="Google Shape;251;p11"/>
              <p:cNvSpPr/>
              <p:nvPr/>
            </p:nvSpPr>
            <p:spPr>
              <a:xfrm flipH="1">
                <a:off x="8169779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" name="Google Shape;252;p11"/>
              <p:cNvSpPr/>
              <p:nvPr/>
            </p:nvSpPr>
            <p:spPr>
              <a:xfrm flipH="1">
                <a:off x="8169779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3" name="Google Shape;253;p11"/>
              <p:cNvSpPr/>
              <p:nvPr/>
            </p:nvSpPr>
            <p:spPr>
              <a:xfrm flipH="1">
                <a:off x="8169779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4" name="Google Shape;254;p11"/>
            <p:cNvGrpSpPr/>
            <p:nvPr/>
          </p:nvGrpSpPr>
          <p:grpSpPr>
            <a:xfrm>
              <a:off x="7427070" y="4309200"/>
              <a:ext cx="231600" cy="834300"/>
              <a:chOff x="7427070" y="4309200"/>
              <a:chExt cx="231600" cy="834300"/>
            </a:xfrm>
          </p:grpSpPr>
          <p:sp>
            <p:nvSpPr>
              <p:cNvPr id="255" name="Google Shape;255;p11"/>
              <p:cNvSpPr/>
              <p:nvPr/>
            </p:nvSpPr>
            <p:spPr>
              <a:xfrm flipH="1">
                <a:off x="7427070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6" name="Google Shape;256;p11"/>
              <p:cNvSpPr/>
              <p:nvPr/>
            </p:nvSpPr>
            <p:spPr>
              <a:xfrm flipH="1">
                <a:off x="7427070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7" name="Google Shape;257;p11"/>
              <p:cNvSpPr/>
              <p:nvPr/>
            </p:nvSpPr>
            <p:spPr>
              <a:xfrm flipH="1">
                <a:off x="7427070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" name="Google Shape;258;p11"/>
              <p:cNvSpPr/>
              <p:nvPr/>
            </p:nvSpPr>
            <p:spPr>
              <a:xfrm flipH="1">
                <a:off x="7427070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9" name="Google Shape;259;p11"/>
            <p:cNvGrpSpPr/>
            <p:nvPr/>
          </p:nvGrpSpPr>
          <p:grpSpPr>
            <a:xfrm>
              <a:off x="8541133" y="4518900"/>
              <a:ext cx="231600" cy="624600"/>
              <a:chOff x="8541133" y="4518900"/>
              <a:chExt cx="231600" cy="624600"/>
            </a:xfrm>
          </p:grpSpPr>
          <p:sp>
            <p:nvSpPr>
              <p:cNvPr id="260" name="Google Shape;260;p11"/>
              <p:cNvSpPr/>
              <p:nvPr/>
            </p:nvSpPr>
            <p:spPr>
              <a:xfrm flipH="1">
                <a:off x="854113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" name="Google Shape;261;p11"/>
              <p:cNvSpPr/>
              <p:nvPr/>
            </p:nvSpPr>
            <p:spPr>
              <a:xfrm flipH="1">
                <a:off x="854113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" name="Google Shape;262;p11"/>
              <p:cNvSpPr/>
              <p:nvPr/>
            </p:nvSpPr>
            <p:spPr>
              <a:xfrm flipH="1">
                <a:off x="854113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63" name="Google Shape;263;p11"/>
            <p:cNvGrpSpPr/>
            <p:nvPr/>
          </p:nvGrpSpPr>
          <p:grpSpPr>
            <a:xfrm>
              <a:off x="8912488" y="4309200"/>
              <a:ext cx="231600" cy="834300"/>
              <a:chOff x="8912488" y="4309200"/>
              <a:chExt cx="231600" cy="834300"/>
            </a:xfrm>
          </p:grpSpPr>
          <p:sp>
            <p:nvSpPr>
              <p:cNvPr id="264" name="Google Shape;264;p11"/>
              <p:cNvSpPr/>
              <p:nvPr/>
            </p:nvSpPr>
            <p:spPr>
              <a:xfrm flipH="1">
                <a:off x="891248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5" name="Google Shape;265;p11"/>
              <p:cNvSpPr/>
              <p:nvPr/>
            </p:nvSpPr>
            <p:spPr>
              <a:xfrm flipH="1">
                <a:off x="891248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6" name="Google Shape;266;p11"/>
              <p:cNvSpPr/>
              <p:nvPr/>
            </p:nvSpPr>
            <p:spPr>
              <a:xfrm flipH="1">
                <a:off x="891248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7" name="Google Shape;267;p11"/>
              <p:cNvSpPr/>
              <p:nvPr/>
            </p:nvSpPr>
            <p:spPr>
              <a:xfrm flipH="1">
                <a:off x="891248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268" name="Google Shape;268;p11"/>
          <p:cNvSpPr txBox="1"/>
          <p:nvPr>
            <p:ph hasCustomPrompt="1" type="title"/>
          </p:nvPr>
        </p:nvSpPr>
        <p:spPr>
          <a:xfrm>
            <a:off x="1388625" y="772725"/>
            <a:ext cx="6366900" cy="186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9" name="Google Shape;269;p11"/>
          <p:cNvSpPr txBox="1"/>
          <p:nvPr>
            <p:ph idx="1" type="body"/>
          </p:nvPr>
        </p:nvSpPr>
        <p:spPr>
          <a:xfrm>
            <a:off x="1388625" y="2712300"/>
            <a:ext cx="6366900" cy="11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0" name="Google Shape;270;p11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2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omentum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●"/>
              <a:defRPr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3"/>
          <p:cNvSpPr txBox="1"/>
          <p:nvPr>
            <p:ph type="ctrTitle"/>
          </p:nvPr>
        </p:nvSpPr>
        <p:spPr>
          <a:xfrm>
            <a:off x="824000" y="1613813"/>
            <a:ext cx="42555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Сервис доставки рецептурных препаратов Омнис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4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3900"/>
              <a:t>Оглавление</a:t>
            </a:r>
            <a:endParaRPr sz="3900"/>
          </a:p>
        </p:txBody>
      </p:sp>
      <p:sp>
        <p:nvSpPr>
          <p:cNvPr id="283" name="Google Shape;283;p14"/>
          <p:cNvSpPr txBox="1"/>
          <p:nvPr>
            <p:ph idx="1" type="body"/>
          </p:nvPr>
        </p:nvSpPr>
        <p:spPr>
          <a:xfrm>
            <a:off x="1448225" y="1428850"/>
            <a:ext cx="7030500" cy="38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AutoNum type="arabicPeriod"/>
            </a:pPr>
            <a:r>
              <a:rPr lang="ru" sz="1900"/>
              <a:t>Описание проекта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AutoNum type="arabicPeriod"/>
            </a:pPr>
            <a:r>
              <a:rPr lang="ru" sz="1900"/>
              <a:t>Исследование рынка и конкурентов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AutoNum type="arabicPeriod"/>
            </a:pPr>
            <a:r>
              <a:rPr lang="ru" sz="1900"/>
              <a:t>Описание продукта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AutoNum type="arabicPeriod"/>
            </a:pPr>
            <a:r>
              <a:rPr lang="ru" sz="1900"/>
              <a:t>Разработка продукта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Times New Roman"/>
              <a:buAutoNum type="arabicPeriod"/>
            </a:pPr>
            <a:r>
              <a:rPr lang="ru" sz="1900"/>
              <a:t>Дизайн-концепция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Times New Roman"/>
              <a:buAutoNum type="arabicPeriod"/>
            </a:pPr>
            <a:r>
              <a:rPr lang="ru" sz="1900"/>
              <a:t>Продвижение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Times New Roman"/>
              <a:buAutoNum type="arabicPeriod"/>
            </a:pPr>
            <a:r>
              <a:rPr lang="ru" sz="1900"/>
              <a:t>Анализ рисков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Times New Roman"/>
              <a:buAutoNum type="arabicPeriod"/>
            </a:pPr>
            <a:r>
              <a:rPr lang="ru" sz="1900"/>
              <a:t>Бизнес-модель и экономика проекта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Times New Roman"/>
              <a:buAutoNum type="arabicPeriod"/>
            </a:pPr>
            <a:r>
              <a:rPr lang="ru" sz="1900"/>
              <a:t>Дальнейшие шаги</a:t>
            </a:r>
            <a:endParaRPr b="1" sz="19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84" name="Google Shape;284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5"/>
          <p:cNvSpPr txBox="1"/>
          <p:nvPr>
            <p:ph type="title"/>
          </p:nvPr>
        </p:nvSpPr>
        <p:spPr>
          <a:xfrm>
            <a:off x="3233100" y="2191950"/>
            <a:ext cx="2902200" cy="75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77520" lvl="0" marL="457200" rtl="0" algn="l">
              <a:spcBef>
                <a:spcPts val="0"/>
              </a:spcBef>
              <a:spcAft>
                <a:spcPts val="0"/>
              </a:spcAft>
              <a:buSzPts val="3920"/>
              <a:buAutoNum type="arabicPeriod"/>
            </a:pPr>
            <a:r>
              <a:rPr lang="ru" sz="3920"/>
              <a:t>Введение</a:t>
            </a:r>
            <a:endParaRPr sz="3920"/>
          </a:p>
        </p:txBody>
      </p:sp>
      <p:pic>
        <p:nvPicPr>
          <p:cNvPr id="290" name="Google Shape;29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16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1.1 </a:t>
            </a:r>
            <a:r>
              <a:rPr lang="ru"/>
              <a:t>Описание проекта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16"/>
          <p:cNvSpPr txBox="1"/>
          <p:nvPr>
            <p:ph idx="1" type="body"/>
          </p:nvPr>
        </p:nvSpPr>
        <p:spPr>
          <a:xfrm>
            <a:off x="1303800" y="1418000"/>
            <a:ext cx="7030500" cy="311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Омнис запускает инновационный сервис доставки рецептурных лекарственных препаратов с интеграцией функционала для загрузки электронных рецептов.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Задачи, которые решает проект:</a:t>
            </a:r>
            <a:endParaRPr b="1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Упрощение и ускорение процесса получения рецептурных препаратов.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Интеграция с электронной системой здравоохранения 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для автоматической проверки и обработки рецептов.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Повышение доступности лекарств для людей с ограниченной мобильностью и занятых людей.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Повышение безопасности, прозрачности и удобства получения медикаментов через маркетплейс.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97" name="Google Shape;29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7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1.2</a:t>
            </a:r>
            <a:r>
              <a:rPr lang="ru"/>
              <a:t> Миссия проекта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 </a:t>
            </a:r>
            <a:endParaRPr/>
          </a:p>
        </p:txBody>
      </p:sp>
      <p:sp>
        <p:nvSpPr>
          <p:cNvPr id="303" name="Google Shape;303;p17"/>
          <p:cNvSpPr txBox="1"/>
          <p:nvPr>
            <p:ph idx="1" type="body"/>
          </p:nvPr>
        </p:nvSpPr>
        <p:spPr>
          <a:xfrm>
            <a:off x="1303800" y="14456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ru" sz="1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Наша миссия:</a:t>
            </a:r>
            <a:br>
              <a:rPr lang="ru" sz="1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 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Создать удобную, безопасную и технологически продвинутую платформу для покупки медикаментов, включая рецептурные препараты, обеспечивая доступность лекарств для всех граждан России. 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-Мы стремимся упростить процесс получения рецептов и лекарств, максимально интегрируя сервис с системой здравоохранения для обеспечения высококачественного обслуживания.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304" name="Google Shape;30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8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1.3 Цель проекта</a:t>
            </a:r>
            <a:endParaRPr/>
          </a:p>
        </p:txBody>
      </p:sp>
      <p:sp>
        <p:nvSpPr>
          <p:cNvPr id="310" name="Google Shape;310;p18"/>
          <p:cNvSpPr txBox="1"/>
          <p:nvPr>
            <p:ph idx="1" type="body"/>
          </p:nvPr>
        </p:nvSpPr>
        <p:spPr>
          <a:xfrm>
            <a:off x="1216825" y="1435475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1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Цель:</a:t>
            </a:r>
            <a:br>
              <a:rPr b="1" lang="ru" sz="1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 b="1" sz="1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-Завершить интеграцию с </a:t>
            </a: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100%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аптек в России и медицинскими учреждениями для автоматической обработки электронных рецептов в течение двух лет. 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-Достигнуть </a:t>
            </a: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 миллионов 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пользователей в первый год работы и обеспечить доставку рецептурных препаратов в </a:t>
            </a: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80%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российских регионов.</a:t>
            </a:r>
            <a:endParaRPr sz="1500"/>
          </a:p>
        </p:txBody>
      </p:sp>
      <p:pic>
        <p:nvPicPr>
          <p:cNvPr id="311" name="Google Shape;31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9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1.4 Целевая аудитория</a:t>
            </a:r>
            <a:endParaRPr/>
          </a:p>
        </p:txBody>
      </p:sp>
      <p:sp>
        <p:nvSpPr>
          <p:cNvPr id="317" name="Google Shape;317;p19"/>
          <p:cNvSpPr txBox="1"/>
          <p:nvPr>
            <p:ph idx="1" type="body"/>
          </p:nvPr>
        </p:nvSpPr>
        <p:spPr>
          <a:xfrm>
            <a:off x="1216825" y="1457100"/>
            <a:ext cx="7030500" cy="36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ru" sz="1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Целевая аудитория:</a:t>
            </a:r>
            <a:endParaRPr b="1" sz="1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Занятые профессионалы (25-45 лет)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живущие в больших городах и имеющие высшее образование: Люди, у которых нет времени на посещение аптек и получения рецептов традиционным способом.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Пациенты с хроническими заболеваниями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Нуждаются в постоянном приеме рецептурных медикаментов и могут столкнуться с трудностями в посещении аптек.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Малоподвижные люди и инвалиды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Потребность в удаленном и удобном способе получения медикаментов без необходимости покидать дом.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07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ru" sz="1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Обоснование выбора аудитории: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Эти группы имеют важную потребность в регулярном получении лекарств, а также сталкиваются с барьерами, такими как ограниченная мобильность, нехватка времени или сложности в доступе к медицинским услугам.</a:t>
            </a:r>
            <a:endParaRPr/>
          </a:p>
        </p:txBody>
      </p:sp>
      <p:pic>
        <p:nvPicPr>
          <p:cNvPr id="318" name="Google Shape;31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0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1.5 Job story</a:t>
            </a:r>
            <a:endParaRPr/>
          </a:p>
        </p:txBody>
      </p:sp>
      <p:sp>
        <p:nvSpPr>
          <p:cNvPr id="324" name="Google Shape;324;p20"/>
          <p:cNvSpPr txBox="1"/>
          <p:nvPr>
            <p:ph idx="1" type="body"/>
          </p:nvPr>
        </p:nvSpPr>
        <p:spPr>
          <a:xfrm>
            <a:off x="1303800" y="1435475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ru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Когда</a:t>
            </a:r>
            <a:r>
              <a:rPr i="1" lang="ru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я занят на работе и у меня нет времени ходить в аптеку,</a:t>
            </a:r>
            <a:endParaRPr i="1"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ru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я хочу</a:t>
            </a:r>
            <a:r>
              <a:rPr i="1" lang="ru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заказывать рецептурные препараты через маркетплейс Омнис с доставкой на дом,</a:t>
            </a:r>
            <a:endParaRPr i="1"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i="1" lang="ru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чтобы</a:t>
            </a:r>
            <a:r>
              <a:rPr i="1" lang="ru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я мог быстро и удобно получить нужные лекарства, не тратя время на походы в аптеку и ожидание.</a:t>
            </a:r>
            <a:endParaRPr i="1" sz="1800"/>
          </a:p>
        </p:txBody>
      </p:sp>
      <p:pic>
        <p:nvPicPr>
          <p:cNvPr id="325" name="Google Shape;325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21"/>
          <p:cNvSpPr txBox="1"/>
          <p:nvPr>
            <p:ph type="title"/>
          </p:nvPr>
        </p:nvSpPr>
        <p:spPr>
          <a:xfrm>
            <a:off x="1862700" y="1917300"/>
            <a:ext cx="5418600" cy="13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3900"/>
              <a:t>2. </a:t>
            </a:r>
            <a:r>
              <a:rPr lang="ru" sz="3900"/>
              <a:t>Исследование рынка и конкурентов</a:t>
            </a:r>
            <a:endParaRPr sz="3900"/>
          </a:p>
        </p:txBody>
      </p:sp>
      <p:pic>
        <p:nvPicPr>
          <p:cNvPr id="331" name="Google Shape;331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22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2.1 </a:t>
            </a:r>
            <a:r>
              <a:rPr lang="ru"/>
              <a:t>Размер рынка коммерческой доставки лекарств</a:t>
            </a:r>
            <a:endParaRPr/>
          </a:p>
        </p:txBody>
      </p:sp>
      <p:sp>
        <p:nvSpPr>
          <p:cNvPr id="337" name="Google Shape;337;p22"/>
          <p:cNvSpPr txBox="1"/>
          <p:nvPr>
            <p:ph idx="1" type="body"/>
          </p:nvPr>
        </p:nvSpPr>
        <p:spPr>
          <a:xfrm>
            <a:off x="1303800" y="1718200"/>
            <a:ext cx="7030500" cy="315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TAM (Total Addressable Market)</a:t>
            </a:r>
            <a:r>
              <a:rPr lang="ru"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Общий рынок доставки лекарств в России, включая все сегменты (рецептурные и безрецептурные препараты). В 2023 году этот рынок оценивался в 100 миллиардов рублей.</a:t>
            </a:r>
            <a:endParaRPr sz="12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ru"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SAM (Serviceable Available Market)</a:t>
            </a:r>
            <a:r>
              <a:rPr lang="ru"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Рынок доставки рецептурных препаратов, который может быть обслужен с помощью технологии интеграции с электронной системой здравоохранения — около 25-30% от TAM, то есть около 30 миллиардов рублей.</a:t>
            </a:r>
            <a:endParaRPr sz="12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ru"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SOM (Serviceable Obtainable Market)</a:t>
            </a:r>
            <a:r>
              <a:rPr lang="ru"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Прогнозируемая доля рынка, которую проект сможет захватить в первые 2 года после запуска — примерно 10-15% от SAM (около 3-4 миллиардов рублей).</a:t>
            </a:r>
            <a:endParaRPr sz="12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ru"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Рост рынка</a:t>
            </a:r>
            <a:r>
              <a:rPr lang="ru"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br>
              <a:rPr lang="ru"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ru"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Рынок доставки лекарств показывает устойчивый рост: за последние 3 года объем увеличился на 15-20% ежегодно, с перспективами роста еще на 25% в ближайшие 2 года благодаря внедрению цифровых технологий в здравоохранение.</a:t>
            </a:r>
            <a:endParaRPr sz="12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338" name="Google Shape;33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23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2.2 Тенденции и технологические инновации</a:t>
            </a:r>
            <a:endParaRPr/>
          </a:p>
        </p:txBody>
      </p:sp>
      <p:sp>
        <p:nvSpPr>
          <p:cNvPr id="344" name="Google Shape;344;p23"/>
          <p:cNvSpPr txBox="1"/>
          <p:nvPr>
            <p:ph idx="1" type="body"/>
          </p:nvPr>
        </p:nvSpPr>
        <p:spPr>
          <a:xfrm>
            <a:off x="1303800" y="1446350"/>
            <a:ext cx="7030500" cy="340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Рост онлайн-медицинских сервисов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Увеличение числа пользователей онлайн-платформ для консультаций с врачами и получения рецептов.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Интеграция с eHealth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Внедрение электронных рецептов и их интеграция с аптеками.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Использование ИИ для обработки рецептов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Автоматизация проверок рецептов с помощью искусственного интеллекта.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Блокчейн для безопасности данных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Применение блокчейн-технологий для обеспечения прозрачности и безопасности транзакций и хранения данных о лекарствах.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Умные устройства для мониторинга здоровья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Прогресс в разработке носимых технологий, которые могут мониторить состояние пациента и автоматически обновлять его медицинские данные.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345" name="Google Shape;345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4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2.3 Анализ конкурентов </a:t>
            </a:r>
            <a:endParaRPr/>
          </a:p>
        </p:txBody>
      </p:sp>
      <p:graphicFrame>
        <p:nvGraphicFramePr>
          <p:cNvPr id="351" name="Google Shape;351;p24"/>
          <p:cNvGraphicFramePr/>
          <p:nvPr/>
        </p:nvGraphicFramePr>
        <p:xfrm>
          <a:off x="184850" y="1489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{80E9EE56-CC5E-44B4-9434-70267B49A728}</a:tableStyleId>
              </a:tblPr>
              <a:tblGrid>
                <a:gridCol w="958375"/>
                <a:gridCol w="3438100"/>
                <a:gridCol w="3294350"/>
              </a:tblGrid>
              <a:tr h="5598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b="1" lang="ru" sz="11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Конкурент</a:t>
                      </a:r>
                      <a:endParaRPr b="1" sz="11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525" marB="9525" marR="9525" marL="95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b="1" lang="ru" sz="11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Сильные стороны</a:t>
                      </a:r>
                      <a:endParaRPr b="1" sz="11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525" marB="9525" marR="9525" marL="95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b="1" lang="ru" sz="11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Слабые стороны</a:t>
                      </a:r>
                      <a:endParaRPr b="1" sz="11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525" marB="9525" marR="9525" marL="9525"/>
                </a:tc>
              </a:tr>
              <a:tr h="9744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b="1" lang="ru" sz="11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Аптека.ру</a:t>
                      </a:r>
                      <a:endParaRPr b="1" sz="11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525" marB="9525" marR="9525" marL="95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" sz="11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Широкий ассортимент, доставка по всей России, интеграция с электронной системой здравоохранения</a:t>
                      </a:r>
                      <a:endParaRPr sz="11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525" marB="9525" marR="9525" marL="95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" sz="11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Неудобный интерфейс, задержки в доставке</a:t>
                      </a:r>
                      <a:endParaRPr sz="11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525" marB="9525" marR="9525" marL="9525"/>
                </a:tc>
              </a:tr>
              <a:tr h="9744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b="1" lang="ru" sz="11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Ригла</a:t>
                      </a:r>
                      <a:endParaRPr b="1" sz="11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525" marB="9525" marR="9525" marL="95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" sz="11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Широкий ассортимент, онлайн-консультации, удобное приложение</a:t>
                      </a:r>
                      <a:endParaRPr sz="11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525" marB="9525" marR="9525" marL="95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" sz="11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Проблемы с электронной системой рецептов, высокая стоимость доставки в удалённые регионы</a:t>
                      </a:r>
                      <a:endParaRPr sz="11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525" marB="9525" marR="9525" marL="9525"/>
                </a:tc>
              </a:tr>
              <a:tr h="9744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b="1" lang="ru" sz="11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Еаптека</a:t>
                      </a:r>
                      <a:endParaRPr b="1" sz="11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525" marB="9525" marR="9525" marL="95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" sz="11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Простота использования, быстрая доставка, программа лояльности</a:t>
                      </a:r>
                      <a:endParaRPr sz="11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525" marB="9525" marR="9525" marL="95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" sz="11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Ограниченная интеграция с электронной системой здравоохранения</a:t>
                      </a:r>
                      <a:endParaRPr sz="11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525" marB="9525" marR="9525" marL="9525"/>
                </a:tc>
              </a:tr>
            </a:tbl>
          </a:graphicData>
        </a:graphic>
      </p:graphicFrame>
      <p:pic>
        <p:nvPicPr>
          <p:cNvPr id="352" name="Google Shape;352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5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2</a:t>
            </a:r>
            <a:r>
              <a:rPr lang="ru"/>
              <a:t>.3 Анализ конкурентов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25"/>
          <p:cNvSpPr txBox="1"/>
          <p:nvPr>
            <p:ph idx="1" type="body"/>
          </p:nvPr>
        </p:nvSpPr>
        <p:spPr>
          <a:xfrm>
            <a:off x="1303800" y="1435475"/>
            <a:ext cx="7030500" cy="312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Преимущества "Омнис" по сравнению с конкурентами:</a:t>
            </a:r>
            <a:endParaRPr b="1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Интеграция с системой здравоохранения: Процесс получения рецептов полностью автоматизирован, что упрощает жизнь пользователю.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Особое внимание целевой аудитории: Удобство для людей с ограниченными возможностями и пожилых людей.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Широкая география доставки: Платформа обеспечивает доставку рецептурных препаратов в 80% российских регионов.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Безопасность и прозрачность: Строгий контроль за качеством лекарств и прозрачность операций.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359" name="Google Shape;359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6"/>
          <p:cNvSpPr txBox="1"/>
          <p:nvPr>
            <p:ph type="title"/>
          </p:nvPr>
        </p:nvSpPr>
        <p:spPr>
          <a:xfrm>
            <a:off x="1056750" y="2072100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3900"/>
              <a:t>3. </a:t>
            </a:r>
            <a:r>
              <a:rPr lang="ru" sz="3900"/>
              <a:t>Описание продукта</a:t>
            </a:r>
            <a:endParaRPr sz="3900"/>
          </a:p>
        </p:txBody>
      </p:sp>
      <p:pic>
        <p:nvPicPr>
          <p:cNvPr id="365" name="Google Shape;365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27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3.1 Концепция продукта</a:t>
            </a:r>
            <a:endParaRPr/>
          </a:p>
        </p:txBody>
      </p:sp>
      <p:sp>
        <p:nvSpPr>
          <p:cNvPr id="371" name="Google Shape;371;p27"/>
          <p:cNvSpPr txBox="1"/>
          <p:nvPr>
            <p:ph idx="1" type="body"/>
          </p:nvPr>
        </p:nvSpPr>
        <p:spPr>
          <a:xfrm>
            <a:off x="1303800" y="1457225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Уникальность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Платформа для заказа и доставки рецептурных препаратов с возможностью загрузки и использования электронных рецептов.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Преимущества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Интеграция с системой здравоохранения для автоматической обработки рецептов.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Доставка медикаментов прямо на дом.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Повышенная безопасность, прозрачность и удобство получения препаратов.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372" name="Google Shape;372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28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3.2 Функциональность</a:t>
            </a:r>
            <a:endParaRPr/>
          </a:p>
        </p:txBody>
      </p:sp>
      <p:sp>
        <p:nvSpPr>
          <p:cNvPr id="378" name="Google Shape;378;p28"/>
          <p:cNvSpPr txBox="1"/>
          <p:nvPr>
            <p:ph idx="1" type="body"/>
          </p:nvPr>
        </p:nvSpPr>
        <p:spPr>
          <a:xfrm>
            <a:off x="1303800" y="14463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-304959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Электронные рецепты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Автоматическая загрузка и проверка электронных рецептов из системы здравоохранения.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04959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Геолокация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Возможность выбора ближайших аптек для быстрой доставки.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04959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Маркетплейс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Доступ к большому числу аптек с возможностью выбора лучших условий.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04959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Рекомендации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Интеллектуальные рекомендации по препаратам на основе истории покупок и медицинских данных.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04959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Круглосуточная поддержка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Помощь при оформлении заказов и консультации по препаратам.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379" name="Google Shape;379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29"/>
          <p:cNvSpPr txBox="1"/>
          <p:nvPr>
            <p:ph type="title"/>
          </p:nvPr>
        </p:nvSpPr>
        <p:spPr>
          <a:xfrm>
            <a:off x="1056750" y="2072100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3900"/>
              <a:t>4. </a:t>
            </a:r>
            <a:r>
              <a:rPr lang="ru" sz="3900"/>
              <a:t>Разработка продукта</a:t>
            </a:r>
            <a:endParaRPr sz="3900"/>
          </a:p>
        </p:txBody>
      </p:sp>
      <p:pic>
        <p:nvPicPr>
          <p:cNvPr id="385" name="Google Shape;385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30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4.1 </a:t>
            </a:r>
            <a:r>
              <a:rPr lang="ru"/>
              <a:t>Создание MVP</a:t>
            </a:r>
            <a:endParaRPr/>
          </a:p>
        </p:txBody>
      </p:sp>
      <p:sp>
        <p:nvSpPr>
          <p:cNvPr id="391" name="Google Shape;391;p30"/>
          <p:cNvSpPr txBox="1"/>
          <p:nvPr>
            <p:ph idx="1" type="body"/>
          </p:nvPr>
        </p:nvSpPr>
        <p:spPr>
          <a:xfrm>
            <a:off x="1303800" y="1435475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MVP включает:</a:t>
            </a:r>
            <a:endParaRPr b="1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Приложение для пользователей (мобильное и веб-версии).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Интеграция с системой электронных рецептов.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Услуга доставки рецептурных препаратов в крупных городах.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Опытное тестирование с группой пользователей в Москве и Санкт-Петербурге.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392" name="Google Shape;392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31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4.2 </a:t>
            </a:r>
            <a:r>
              <a:rPr lang="ru"/>
              <a:t>Основная проблема пользователя, решаемая MVP</a:t>
            </a:r>
            <a:endParaRPr/>
          </a:p>
        </p:txBody>
      </p:sp>
      <p:sp>
        <p:nvSpPr>
          <p:cNvPr id="398" name="Google Shape;398;p31"/>
          <p:cNvSpPr txBox="1"/>
          <p:nvPr>
            <p:ph idx="1" type="body"/>
          </p:nvPr>
        </p:nvSpPr>
        <p:spPr>
          <a:xfrm>
            <a:off x="1238550" y="14463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Основная проблема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— сложность получения рецептурных препаратов без посещения врача и аптек. 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MVP позволяет пользователям получать медикаменты на дому через систему электронных рецептов, что решает проблему нехватки времени, ограниченной мобильности и доступности.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399" name="Google Shape;399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2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4.3 Создание MLP</a:t>
            </a:r>
            <a:endParaRPr/>
          </a:p>
        </p:txBody>
      </p:sp>
      <p:sp>
        <p:nvSpPr>
          <p:cNvPr id="405" name="Google Shape;405;p32"/>
          <p:cNvSpPr txBox="1"/>
          <p:nvPr>
            <p:ph idx="1" type="body"/>
          </p:nvPr>
        </p:nvSpPr>
        <p:spPr>
          <a:xfrm>
            <a:off x="1303800" y="1457225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Функциональные улучшения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Добавление персонализированных рекомендаций.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Интеграция с медицинскими сервисами для диагностики и отслеживания состояния здоровья пользователя.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Расширение географии доставки в новые регионы.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406" name="Google Shape;406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33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4.4 Целевой продукт</a:t>
            </a:r>
            <a:endParaRPr/>
          </a:p>
        </p:txBody>
      </p:sp>
      <p:sp>
        <p:nvSpPr>
          <p:cNvPr id="412" name="Google Shape;412;p33"/>
          <p:cNvSpPr txBox="1"/>
          <p:nvPr>
            <p:ph idx="1" type="body"/>
          </p:nvPr>
        </p:nvSpPr>
        <p:spPr>
          <a:xfrm>
            <a:off x="1303800" y="14354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Цель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Разработка универсальной платформы для покупки и доставки лекарств, обеспечивающая доступность препаратов для всех пользователей по всей России.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Функции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Онлайн-консультации с врачами.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Улучшение системы получения рецептов.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Многоуровневая безопасность данных пользователей.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413" name="Google Shape;413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34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4.5 </a:t>
            </a:r>
            <a:r>
              <a:rPr lang="ru"/>
              <a:t>Процесс создания проекта: Roadmap</a:t>
            </a:r>
            <a:endParaRPr/>
          </a:p>
        </p:txBody>
      </p:sp>
      <p:sp>
        <p:nvSpPr>
          <p:cNvPr id="419" name="Google Shape;419;p34"/>
          <p:cNvSpPr txBox="1"/>
          <p:nvPr>
            <p:ph idx="1" type="body"/>
          </p:nvPr>
        </p:nvSpPr>
        <p:spPr>
          <a:xfrm>
            <a:off x="1303800" y="14463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Месяц 1-3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Разработка MVP и тестирование в крупных городах.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Месяц 4-6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Улучшение функционала на основе обратной связи.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Месяц 7-12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Расширение функционала и начало маркетинговых кампаний.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Год 2-3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Масштабирование проекта по регионам, добавление новых услуг и оптимизация процессов.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420" name="Google Shape;420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35"/>
          <p:cNvSpPr txBox="1"/>
          <p:nvPr>
            <p:ph type="title"/>
          </p:nvPr>
        </p:nvSpPr>
        <p:spPr>
          <a:xfrm>
            <a:off x="1056750" y="2072100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3900"/>
              <a:t>5. Дизайн концепция</a:t>
            </a:r>
            <a:endParaRPr sz="3900"/>
          </a:p>
        </p:txBody>
      </p:sp>
      <p:pic>
        <p:nvPicPr>
          <p:cNvPr id="426" name="Google Shape;426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36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5. Дизайн-концепция</a:t>
            </a:r>
            <a:endParaRPr/>
          </a:p>
        </p:txBody>
      </p:sp>
      <p:sp>
        <p:nvSpPr>
          <p:cNvPr id="432" name="Google Shape;432;p36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433" name="Google Shape;433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782758"/>
            <a:ext cx="9144001" cy="347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37"/>
          <p:cNvSpPr txBox="1"/>
          <p:nvPr>
            <p:ph type="title"/>
          </p:nvPr>
        </p:nvSpPr>
        <p:spPr>
          <a:xfrm>
            <a:off x="1056750" y="2072100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3900"/>
              <a:t>6. Продвижение </a:t>
            </a:r>
            <a:endParaRPr sz="3900"/>
          </a:p>
        </p:txBody>
      </p:sp>
      <p:pic>
        <p:nvPicPr>
          <p:cNvPr id="439" name="Google Shape;439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38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6. Продвижение</a:t>
            </a:r>
            <a:endParaRPr/>
          </a:p>
        </p:txBody>
      </p:sp>
      <p:sp>
        <p:nvSpPr>
          <p:cNvPr id="445" name="Google Shape;445;p38"/>
          <p:cNvSpPr txBox="1"/>
          <p:nvPr>
            <p:ph idx="1" type="body"/>
          </p:nvPr>
        </p:nvSpPr>
        <p:spPr>
          <a:xfrm>
            <a:off x="1303800" y="14463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Целевая аудитория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Рекламные кампании в социальных сетях, сотрудничество с медицинскими учреждениями.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Платформы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Продвижение через партнерские сети аптек, сотрудничество с врачами.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Методы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SEO, контекстная реклама, акционные предложения.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446" name="Google Shape;4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39"/>
          <p:cNvSpPr txBox="1"/>
          <p:nvPr>
            <p:ph type="title"/>
          </p:nvPr>
        </p:nvSpPr>
        <p:spPr>
          <a:xfrm>
            <a:off x="1056750" y="2072100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3900"/>
              <a:t>7. Анализ рисков</a:t>
            </a:r>
            <a:endParaRPr sz="3900"/>
          </a:p>
        </p:txBody>
      </p:sp>
      <p:pic>
        <p:nvPicPr>
          <p:cNvPr id="452" name="Google Shape;452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40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7. Анализ рисков</a:t>
            </a:r>
            <a:endParaRPr/>
          </a:p>
        </p:txBody>
      </p:sp>
      <p:sp>
        <p:nvSpPr>
          <p:cNvPr id="458" name="Google Shape;458;p40"/>
          <p:cNvSpPr txBox="1"/>
          <p:nvPr>
            <p:ph idx="1" type="body"/>
          </p:nvPr>
        </p:nvSpPr>
        <p:spPr>
          <a:xfrm>
            <a:off x="1303800" y="142460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Риски</a:t>
            </a:r>
            <a:endParaRPr b="1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Технические риски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Интеграция с системой электронных рецептов может столкнуться с проблемами несовместимости.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Юридические риски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Регулирование использования электронных рецептов и доставка медикаментов.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Финансовые риски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Недооценка затрат на расширение географии.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Стратегии минимизации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Тщательное тестирование и сотрудничество с регуляторами.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Разработка гибкой модели финансового планирования.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459" name="Google Shape;459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41"/>
          <p:cNvSpPr txBox="1"/>
          <p:nvPr>
            <p:ph type="title"/>
          </p:nvPr>
        </p:nvSpPr>
        <p:spPr>
          <a:xfrm>
            <a:off x="1056750" y="2072100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990"/>
              <a:buNone/>
            </a:pPr>
            <a:r>
              <a:rPr lang="ru" sz="3900">
                <a:solidFill>
                  <a:srgbClr val="000000"/>
                </a:solidFill>
              </a:rPr>
              <a:t>8.Бизнес-модель и экономика проекта</a:t>
            </a:r>
            <a:endParaRPr sz="39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520"/>
          </a:p>
        </p:txBody>
      </p:sp>
      <p:pic>
        <p:nvPicPr>
          <p:cNvPr id="465" name="Google Shape;465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42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8. Бизнес модель и экономика проекта</a:t>
            </a:r>
            <a:endParaRPr/>
          </a:p>
        </p:txBody>
      </p:sp>
      <p:sp>
        <p:nvSpPr>
          <p:cNvPr id="471" name="Google Shape;471;p42"/>
          <p:cNvSpPr txBox="1"/>
          <p:nvPr>
            <p:ph idx="1" type="body"/>
          </p:nvPr>
        </p:nvSpPr>
        <p:spPr>
          <a:xfrm>
            <a:off x="1303800" y="1435475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1. Бизнес-модель</a:t>
            </a:r>
            <a:b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Модель монетизации</a:t>
            </a: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Комиссии с аптек за использование платформы и доставки. Дополнительные доходы от рекламы и рекомендаций препаратов.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2. Прогноз GMV</a:t>
            </a:r>
            <a:b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Прогноз GMV на 3 года с учетом увеличения среднего чека и объема заказов: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Год 1: 3 миллиарда рублей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Год 2: 5 миллиардов рублей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Год 3: 7 миллиардов рублей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472" name="Google Shape;472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43"/>
          <p:cNvSpPr txBox="1"/>
          <p:nvPr>
            <p:ph type="title"/>
          </p:nvPr>
        </p:nvSpPr>
        <p:spPr>
          <a:xfrm>
            <a:off x="1056750" y="2072100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3900"/>
              <a:t>9. Дальнейшие шаги</a:t>
            </a:r>
            <a:endParaRPr sz="3900"/>
          </a:p>
        </p:txBody>
      </p:sp>
      <p:pic>
        <p:nvPicPr>
          <p:cNvPr id="478" name="Google Shape;478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44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9. Дальнейшие шаги</a:t>
            </a:r>
            <a:endParaRPr/>
          </a:p>
        </p:txBody>
      </p:sp>
      <p:sp>
        <p:nvSpPr>
          <p:cNvPr id="484" name="Google Shape;484;p44"/>
          <p:cNvSpPr txBox="1"/>
          <p:nvPr>
            <p:ph idx="1" type="body"/>
          </p:nvPr>
        </p:nvSpPr>
        <p:spPr>
          <a:xfrm>
            <a:off x="1303800" y="146810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ru" sz="5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Шаг 1. Масштабирование на другие города</a:t>
            </a:r>
            <a:br>
              <a:rPr b="1" lang="ru" sz="5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ru" sz="5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Масштабирование в города с высокой плотностью населения и потребностью в доставке:</a:t>
            </a:r>
            <a:endParaRPr sz="52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ru" sz="5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Москва, Санкт-Петербург, Екатеринбург, Новосибирск, Казань.</a:t>
            </a:r>
            <a:endParaRPr sz="52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ru" sz="5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Шаг 2. Дополнительные сегменты потребителей</a:t>
            </a:r>
            <a:endParaRPr b="1" sz="52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b="1" lang="ru" sz="5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Пожилые люди</a:t>
            </a:r>
            <a:r>
              <a:rPr lang="ru" sz="5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Специальный интерфейс и поддержка.</a:t>
            </a:r>
            <a:br>
              <a:rPr lang="ru" sz="5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 sz="52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b="1" lang="ru" sz="5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Люди с ограниченными возможностями</a:t>
            </a:r>
            <a:r>
              <a:rPr lang="ru" sz="5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Интеграция с устройствами для людей с инвалидностью.</a:t>
            </a:r>
            <a:endParaRPr sz="52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ru" sz="5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Шаг 3. Добавление новых функций</a:t>
            </a:r>
            <a:endParaRPr b="1" sz="52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ru" sz="5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Функция «По клику» — доставка в аптеку, затем привоз на дом.</a:t>
            </a:r>
            <a:br>
              <a:rPr lang="ru" sz="5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ru" sz="5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lang="ru" sz="5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Метрика</a:t>
            </a:r>
            <a:r>
              <a:rPr lang="ru" sz="5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Среднее время доставки, частота использования функции.</a:t>
            </a:r>
            <a:endParaRPr sz="52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485" name="Google Shape;485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45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10. Аргументация </a:t>
            </a:r>
            <a:endParaRPr/>
          </a:p>
        </p:txBody>
      </p:sp>
      <p:sp>
        <p:nvSpPr>
          <p:cNvPr id="491" name="Google Shape;491;p45"/>
          <p:cNvSpPr txBox="1"/>
          <p:nvPr>
            <p:ph idx="1" type="body"/>
          </p:nvPr>
        </p:nvSpPr>
        <p:spPr>
          <a:xfrm>
            <a:off x="1303800" y="146810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Проект имеет: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1. Сильную команду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2. Опыт в разработке технологических решений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3. Знание рынка здравоохранения и доставки</a:t>
            </a: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ru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4. Уникальный подход к интеграции с системой электронных рецептов, что делает проект наиболее удобным и безопасным для пользователей.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492" name="Google Shape;492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46"/>
          <p:cNvSpPr txBox="1"/>
          <p:nvPr>
            <p:ph type="title"/>
          </p:nvPr>
        </p:nvSpPr>
        <p:spPr>
          <a:xfrm>
            <a:off x="1056750" y="2072100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3900"/>
              <a:t>Спасибо за </a:t>
            </a:r>
            <a:r>
              <a:rPr lang="ru" sz="3900"/>
              <a:t>внимание</a:t>
            </a:r>
            <a:r>
              <a:rPr lang="ru" sz="3900"/>
              <a:t>!</a:t>
            </a:r>
            <a:endParaRPr sz="3900"/>
          </a:p>
        </p:txBody>
      </p:sp>
      <p:pic>
        <p:nvPicPr>
          <p:cNvPr id="498" name="Google Shape;498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650" y="4821625"/>
            <a:ext cx="1181348" cy="32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